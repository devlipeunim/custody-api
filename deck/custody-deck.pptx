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seconds. Do not read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story. Evidence goes onto a flash drive, gets emailed between officers, sits on a shared machine, and arrives at a hearing a year later. Maybe nobody touched it. Nobody can prove that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university panel explicitly. The room has sat on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hashes on this slide. Words only. The code is taken at the scene, on the collecting officer's own phone, before the file goes anywhere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metaphor is the one they will remember. Use it twice in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seconds. Do not walk through every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requirement to work through power and network cuts is answered by the architecture rather than by a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at 30MB and extrapolated. Memory use stays flat as the file grows. Do not overclaim; the honesty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minutes. Follow DEMO.md.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this slide with a photograph of the printed report in someone's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this with the real result before presenting. An accurate account of what a reader did not understand is the only version worth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confidently, not apologetically.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sentence,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1600200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</a:t>
            </a:r>
            <a:endParaRPr lang="en-US" sz="620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2438400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Proving digital evidence has not been changed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00100" y="3352800"/>
            <a:ext cx="3238500" cy="0"/>
          </a:xfrm>
          <a:prstGeom prst="line">
            <a:avLst/>
          </a:prstGeom>
          <a:noFill/>
          <a:ln w="12700">
            <a:solidFill>
              <a:srgbClr val="D2D2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" y="3581400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ICSC 2026 Universities Hackathon, Track 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790950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Captain, five members, University of Ibadan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6049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flash drive. An email. A shared laptop.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0716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hearing, eleven months later.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538413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Nobody can prove the file is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052763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one that was collected.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8147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because anyone changed it. Because nobody can show they did not.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this happens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811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settings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19551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Cybercrime cases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038600" y="221456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phone extractions, server logs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59556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Fraud investigations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038600" y="261461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transaction records, audit logs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99561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Disciplinary panels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038600" y="301466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message exports, access logs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662362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each one the handling record is on paper, if it exists at all,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" y="39385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 the evidence is a file that anyone could have opened.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idea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430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file, same code. Every time.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00100" y="2157413"/>
            <a:ext cx="6667500" cy="514350"/>
          </a:xfrm>
          <a:prstGeom prst="roundRect">
            <a:avLst>
              <a:gd name="adj" fmla="val 9259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71550" y="2233613"/>
            <a:ext cx="63246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statement.pdf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71550" y="2405063"/>
            <a:ext cx="6324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A3F1 9C22 7E04 6B8D 1C55 E210 44AF 9D31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805113"/>
            <a:ext cx="6667500" cy="514350"/>
          </a:xfrm>
          <a:prstGeom prst="roundRect">
            <a:avLst>
              <a:gd name="adj" fmla="val 9259"/>
            </a:avLst>
          </a:prstGeom>
          <a:solidFill>
            <a:srgbClr val="FDECEB"/>
          </a:solidFill>
          <a:ln w="12700">
            <a:solidFill>
              <a:srgbClr val="F0C8C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1550" y="2881313"/>
            <a:ext cx="63246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statement.pdf  (one character changed)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71550" y="3052763"/>
            <a:ext cx="6324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B42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8B02 41DE C5A7 F014 92E6 3B7C D885 07A2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7004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character changed in a 40 page statement.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" y="3976687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Nothing else about the file is different.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idea, 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33513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entry is knotted to the one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18621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 it, like beads on a string.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1123950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0100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519363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95513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914775" y="2957513"/>
            <a:ext cx="1071563" cy="0"/>
          </a:xfrm>
          <a:prstGeom prst="line">
            <a:avLst/>
          </a:prstGeom>
          <a:noFill/>
          <a:ln w="25400">
            <a:solidFill>
              <a:srgbClr val="B42318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3590925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10188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86338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B4231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81750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24250" y="3243263"/>
            <a:ext cx="24765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4231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string breaks here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" y="398621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 cannot quietly remove a bead from the middle.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fits together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143000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00100" y="1857375"/>
            <a:ext cx="2324100" cy="1028700"/>
          </a:xfrm>
          <a:prstGeom prst="roundRect">
            <a:avLst>
              <a:gd name="adj" fmla="val 4630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500" y="1971675"/>
            <a:ext cx="2019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app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52500" y="2200275"/>
            <a:ext cx="2019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offline capture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hashing on the device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queue and deferred sync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19800" y="1857375"/>
            <a:ext cx="2324100" cy="1028700"/>
          </a:xfrm>
          <a:prstGeom prst="roundRect">
            <a:avLst>
              <a:gd name="adj" fmla="val 4630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72200" y="1971675"/>
            <a:ext cx="2019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2200275"/>
            <a:ext cx="2019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case and item views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 timeline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chunk map and verify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143250" y="3114675"/>
            <a:ext cx="2857500" cy="876300"/>
          </a:xfrm>
          <a:prstGeom prst="roundRect">
            <a:avLst>
              <a:gd name="adj" fmla="val 5435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5650" y="3228975"/>
            <a:ext cx="25527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and database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295650" y="3457575"/>
            <a:ext cx="25527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 only custody events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verification, one page report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962150" y="2924175"/>
            <a:ext cx="2076450" cy="152400"/>
          </a:xfrm>
          <a:prstGeom prst="line">
            <a:avLst/>
          </a:prstGeom>
          <a:noFill/>
          <a:ln w="13970">
            <a:solidFill>
              <a:srgbClr val="9A9A90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5105400" y="2924175"/>
            <a:ext cx="2076450" cy="152400"/>
          </a:xfrm>
          <a:prstGeom prst="line">
            <a:avLst/>
          </a:prstGeom>
          <a:noFill/>
          <a:ln w="13970">
            <a:solidFill>
              <a:srgbClr val="9A9A90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800100" y="4276725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laptop. No cloud. Nothing paid for. Works with the network down.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Power cuts and dead networks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571625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fingerprint is taken at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000250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scene, on the officer's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428875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own device, before the file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857500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goes anywhere.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571875"/>
            <a:ext cx="4953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Nothing between the scene and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3848100"/>
            <a:ext cx="4953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can alter it undetected.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305550" y="1571625"/>
            <a:ext cx="2038350" cy="2552700"/>
          </a:xfrm>
          <a:prstGeom prst="roundRect">
            <a:avLst>
              <a:gd name="adj" fmla="val 10280"/>
            </a:avLst>
          </a:prstGeom>
          <a:solidFill>
            <a:srgbClr val="FCFCF9"/>
          </a:solidFill>
          <a:ln w="17780">
            <a:solidFill>
              <a:srgbClr val="D2D2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6050" y="1781175"/>
            <a:ext cx="9525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67600" y="1762125"/>
            <a:ext cx="685800" cy="190500"/>
          </a:xfrm>
          <a:prstGeom prst="roundRect">
            <a:avLst>
              <a:gd name="adj" fmla="val 50000"/>
            </a:avLst>
          </a:prstGeom>
          <a:solidFill>
            <a:srgbClr val="F3E5BD"/>
          </a:solidFill>
          <a:ln w="6350">
            <a:solidFill>
              <a:srgbClr val="F3E5B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67600" y="1800225"/>
            <a:ext cx="685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C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pending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77000" y="2143125"/>
            <a:ext cx="1695450" cy="1028700"/>
          </a:xfrm>
          <a:prstGeom prst="roundRect">
            <a:avLst>
              <a:gd name="adj" fmla="val 5556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10350" y="2257425"/>
            <a:ext cx="14287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EX-FIELD-004821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610350" y="2428875"/>
            <a:ext cx="142875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handset extraction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610350" y="2619375"/>
            <a:ext cx="14287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A3F1 9C22 7E04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610350" y="2847975"/>
            <a:ext cx="1162050" cy="190500"/>
          </a:xfrm>
          <a:prstGeom prst="roundRect">
            <a:avLst>
              <a:gd name="adj" fmla="val 50000"/>
            </a:avLst>
          </a:prstGeom>
          <a:solidFill>
            <a:srgbClr val="F3E5BD"/>
          </a:solidFill>
          <a:ln w="6350">
            <a:solidFill>
              <a:srgbClr val="F3E5B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10350" y="2886075"/>
            <a:ext cx="1162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C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Sealed, not synced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477000" y="3381375"/>
            <a:ext cx="1695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Airplane mode.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network at the scene.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extraction can exceed 100GB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362075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say which part changed,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1790700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just that something did.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0010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72402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2402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64795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4795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357187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7187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49580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580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1972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1972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34365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4365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726757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757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" y="3781425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byte altered in thirty million. Part 6 of 8 differs, so the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" y="4057650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 lies between byte 20,971,520 and byte 25,165,823.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0" y="207645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</a:t>
            </a:r>
            <a:endParaRPr lang="en-US" sz="7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deliverable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14463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page. No jargon. No hashes.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1288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it unchanged?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181350" y="21288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4336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we know?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181350" y="24336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fingerprint was taken at collection, and checked again.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7384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has handled it?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181350" y="27384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Four people, named, with dates.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0432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Could the list be edited?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181350" y="30432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No, and here is why.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" y="3614738"/>
            <a:ext cx="75438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process that is technically perfect but cannot be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" y="3862387"/>
            <a:ext cx="75438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explained in a hearing has not solved the problem.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" y="4148137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brief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tested it on people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876425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gave the report to someone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305050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outside computer science.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3019425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confused them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4038600" y="3038475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to complete ]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419475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changed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038600" y="3438525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to complete ]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did not solve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5192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Honest limits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2336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corrupt collector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22526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protected from collection onward, not before it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5574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device clock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25765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clocks shown, the phone's not vouched for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8813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Scale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003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tested at 30MB, extrapolated, not a real extraction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2051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 officer signing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2242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tied to a login, not to a person's key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" y="35290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Storage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0" y="35480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 is proven, deletion is not prevented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" y="38528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Bulk compromise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38719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server access could rebuild the chain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asked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84308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not a blockchain?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5574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blockchain solves distrust between parties with no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8336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shared authority. A court has one.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30041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hash chain and append only storage give the same tamper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57663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evidence, and can be explained to a panel in one sentence.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Custody: proving digital evidence has not been changed</dc:title>
  <dc:subject>PptxGenJS Presentation</dc:subject>
  <dc:creator>Team Captain</dc:creator>
  <cp:lastModifiedBy>Team Captain</cp:lastModifiedBy>
  <cp:revision>1</cp:revision>
  <dcterms:created xsi:type="dcterms:W3CDTF">2026-09-20T06:15:24Z</dcterms:created>
  <dcterms:modified xsi:type="dcterms:W3CDTF">2026-09-20T06:15:24Z</dcterms:modified>
</cp:coreProperties>
</file>