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seconds. Do not read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it as a story. Evidence goes onto a flash drive, gets emailed between officers, sits on a shared machine, and arrives at a hearing a year later. Maybe nobody touched it. Nobody can prove that either.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university panel explicitly. The room has sat on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hashes on this slide. Words only. The code is taken at the scene, on the collecting officer's own phone, before the file goes anywhere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metaphor is the one they will remember. Use it twice in the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Twenty seconds. Do not walk through every box. The same code runs on a laptop or hosted; the dashboard on show is the hosted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requirement to work through power and network cuts is answered by the architecture rather than by a 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at 30MB and extrapolated. Memory use stays flat as the file grows. Do not overclaim; the honesty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minutes. Follow DEMO.md.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this slide with a photograph of the printed report in someone's hands.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confidently, not apologetically. If pressed on the last row: the events table is append only and witnesses the fingerprint, so editing one record is reported. Defeating it means dropping the trigger and rewriting every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sentence,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1600200"/>
            <a:ext cx="75438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Custody</a:t>
            </a:r>
            <a:endParaRPr lang="en-US" sz="620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2438400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Proving digital evidence has not been changed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800100" y="3352800"/>
            <a:ext cx="3238500" cy="0"/>
          </a:xfrm>
          <a:prstGeom prst="line">
            <a:avLst/>
          </a:prstGeom>
          <a:noFill/>
          <a:ln w="12700">
            <a:solidFill>
              <a:srgbClr val="D2D2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0100" y="3581400"/>
            <a:ext cx="75438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ICSC 2026 Universities Hackathon, Track 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3790950"/>
            <a:ext cx="75438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Team Captain, five members, University of Ibadan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6049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flash drive. An email. A shared laptop.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07168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hearing, eleven months later.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2538413"/>
            <a:ext cx="75438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Nobody can prove the file is</a:t>
            </a:r>
            <a:endParaRPr lang="en-US" sz="44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3052763"/>
            <a:ext cx="7543800" cy="6943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one that was collected.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8147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because anyone changed it. Because nobody can show they did not.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this happens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811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settings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195513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Cybercrime cases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4038600" y="2214563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phone extractions, server logs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595563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Fraud investigations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4038600" y="2614613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transaction records, audit logs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2995613"/>
            <a:ext cx="3086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Disciplinary panels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4038600" y="3014663"/>
            <a:ext cx="4305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message exports, access logs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662362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each one the handling record is on paper, if it exists at all,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" y="393858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and the evidence is a file that anyone could have opened.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idea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430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Same file, same code. Every time.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800100" y="2157413"/>
            <a:ext cx="6667500" cy="514350"/>
          </a:xfrm>
          <a:prstGeom prst="roundRect">
            <a:avLst>
              <a:gd name="adj" fmla="val 9259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71550" y="2233613"/>
            <a:ext cx="63246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statement.pdf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71550" y="2405063"/>
            <a:ext cx="6324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1A7F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A3F1 9C22 7E04 6B8D 1C55 E210 44AF 9D31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0100" y="2805113"/>
            <a:ext cx="6667500" cy="514350"/>
          </a:xfrm>
          <a:prstGeom prst="roundRect">
            <a:avLst>
              <a:gd name="adj" fmla="val 9259"/>
            </a:avLst>
          </a:prstGeom>
          <a:solidFill>
            <a:srgbClr val="FDECEB"/>
          </a:solidFill>
          <a:ln w="12700">
            <a:solidFill>
              <a:srgbClr val="F0C8C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1550" y="2881313"/>
            <a:ext cx="63246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statement.pdf  (one character changed)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71550" y="3052763"/>
            <a:ext cx="6324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" kern="0" dirty="0">
                <a:solidFill>
                  <a:srgbClr val="B42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8B02 41DE C5A7 F014 92E6 3B7C D885 07A2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7004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character changed in a 40 page statement.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" y="3976687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Nothing else about the file is different.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idea, 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33513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entry is knotted to the one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18621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before it, like beads on a string.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1123950" y="2957513"/>
            <a:ext cx="1071563" cy="0"/>
          </a:xfrm>
          <a:prstGeom prst="line">
            <a:avLst/>
          </a:prstGeom>
          <a:noFill/>
          <a:ln w="30480">
            <a:solidFill>
              <a:srgbClr val="14140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0100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519363" y="2957513"/>
            <a:ext cx="1071563" cy="0"/>
          </a:xfrm>
          <a:prstGeom prst="line">
            <a:avLst/>
          </a:prstGeom>
          <a:noFill/>
          <a:ln w="30480">
            <a:solidFill>
              <a:srgbClr val="14140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95513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914775" y="2957513"/>
            <a:ext cx="1071563" cy="0"/>
          </a:xfrm>
          <a:prstGeom prst="line">
            <a:avLst/>
          </a:prstGeom>
          <a:noFill/>
          <a:ln w="25400">
            <a:solidFill>
              <a:srgbClr val="B42318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3590925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310188" y="2957513"/>
            <a:ext cx="1071563" cy="0"/>
          </a:xfrm>
          <a:prstGeom prst="line">
            <a:avLst/>
          </a:prstGeom>
          <a:noFill/>
          <a:ln w="30480">
            <a:solidFill>
              <a:srgbClr val="14140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986338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B4231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81750" y="2795588"/>
            <a:ext cx="323850" cy="323850"/>
          </a:xfrm>
          <a:prstGeom prst="ellipse">
            <a:avLst/>
          </a:prstGeom>
          <a:solidFill>
            <a:srgbClr val="FCFCF9"/>
          </a:solidFill>
          <a:ln w="30480">
            <a:solidFill>
              <a:srgbClr val="14140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524250" y="3243263"/>
            <a:ext cx="24765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B4231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string breaks here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" y="398621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You cannot quietly remove a bead from the middle.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it fits together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143000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800100" y="1857375"/>
            <a:ext cx="2324100" cy="1028700"/>
          </a:xfrm>
          <a:prstGeom prst="roundRect">
            <a:avLst>
              <a:gd name="adj" fmla="val 4630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2500" y="1971675"/>
            <a:ext cx="2019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Field app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52500" y="2200275"/>
            <a:ext cx="2019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offline capture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hashing on the device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queue and deferred sync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19800" y="1857375"/>
            <a:ext cx="2324100" cy="1028700"/>
          </a:xfrm>
          <a:prstGeom prst="roundRect">
            <a:avLst>
              <a:gd name="adj" fmla="val 4630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72200" y="1971675"/>
            <a:ext cx="2019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Dashboard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2200275"/>
            <a:ext cx="2019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case and item views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custody timeline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chunk map and verify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143250" y="3114675"/>
            <a:ext cx="2857500" cy="876300"/>
          </a:xfrm>
          <a:prstGeom prst="roundRect">
            <a:avLst>
              <a:gd name="adj" fmla="val 5435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95650" y="3228975"/>
            <a:ext cx="25527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API and database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295650" y="3457575"/>
            <a:ext cx="25527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append only custody events</a:t>
            </a:r>
            <a:endParaRPr lang="en-US" sz="125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verification, one page report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1962150" y="2924175"/>
            <a:ext cx="2076450" cy="152400"/>
          </a:xfrm>
          <a:prstGeom prst="line">
            <a:avLst/>
          </a:prstGeom>
          <a:noFill/>
          <a:ln w="13970">
            <a:solidFill>
              <a:srgbClr val="9A9A90"/>
            </a:solidFill>
            <a:prstDash val="solid"/>
            <a:headEnd type="none"/>
            <a:tailEnd type="triangle"/>
          </a:ln>
        </p:spPr>
      </p:sp>
      <p:sp>
        <p:nvSpPr>
          <p:cNvPr id="16" name="Shape 13"/>
          <p:cNvSpPr/>
          <p:nvPr/>
        </p:nvSpPr>
        <p:spPr>
          <a:xfrm flipH="1">
            <a:off x="5105400" y="2924175"/>
            <a:ext cx="2076450" cy="152400"/>
          </a:xfrm>
          <a:prstGeom prst="line">
            <a:avLst/>
          </a:prstGeom>
          <a:noFill/>
          <a:ln w="13970">
            <a:solidFill>
              <a:srgbClr val="9A9A90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800100" y="4276725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laptop, or hosted. Nothing paid for. Works with the network down.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Power cuts and dead networks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571625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fingerprint is taken at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000250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scene, on the officer's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2428875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own device, before the file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857500"/>
            <a:ext cx="49530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goes anywhere.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571875"/>
            <a:ext cx="4953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Nothing between the scene and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3848100"/>
            <a:ext cx="4953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server can alter it undetected.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305550" y="1571625"/>
            <a:ext cx="2038350" cy="2552700"/>
          </a:xfrm>
          <a:prstGeom prst="roundRect">
            <a:avLst>
              <a:gd name="adj" fmla="val 10280"/>
            </a:avLst>
          </a:prstGeom>
          <a:solidFill>
            <a:srgbClr val="FCFCF9"/>
          </a:solidFill>
          <a:ln w="17780">
            <a:solidFill>
              <a:srgbClr val="D2D2C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6050" y="1781175"/>
            <a:ext cx="9525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Custody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467600" y="1762125"/>
            <a:ext cx="685800" cy="190500"/>
          </a:xfrm>
          <a:prstGeom prst="roundRect">
            <a:avLst>
              <a:gd name="adj" fmla="val 50000"/>
            </a:avLst>
          </a:prstGeom>
          <a:solidFill>
            <a:srgbClr val="F3E5BD"/>
          </a:solidFill>
          <a:ln w="6350">
            <a:solidFill>
              <a:srgbClr val="F3E5B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67600" y="1800225"/>
            <a:ext cx="685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5C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pending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77000" y="2143125"/>
            <a:ext cx="1695450" cy="1028700"/>
          </a:xfrm>
          <a:prstGeom prst="roundRect">
            <a:avLst>
              <a:gd name="adj" fmla="val 5556"/>
            </a:avLst>
          </a:prstGeom>
          <a:solidFill>
            <a:srgbClr val="FCFCF9"/>
          </a:solidFill>
          <a:ln w="12700">
            <a:solidFill>
              <a:srgbClr val="D2D2C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610350" y="2257425"/>
            <a:ext cx="14287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EX-FIELD-004821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610350" y="2428875"/>
            <a:ext cx="142875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handset extraction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6610350" y="2619375"/>
            <a:ext cx="14287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A3F1 9C22 7E04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610350" y="2847975"/>
            <a:ext cx="1162050" cy="190500"/>
          </a:xfrm>
          <a:prstGeom prst="roundRect">
            <a:avLst>
              <a:gd name="adj" fmla="val 50000"/>
            </a:avLst>
          </a:prstGeom>
          <a:solidFill>
            <a:srgbClr val="F3E5BD"/>
          </a:solidFill>
          <a:ln w="6350">
            <a:solidFill>
              <a:srgbClr val="F3E5B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610350" y="2886075"/>
            <a:ext cx="1162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5C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Sealed, not synced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477000" y="3381375"/>
            <a:ext cx="16954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Airplane mode.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network at the scene.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extraction can exceed 100GB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362075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 say which part changed,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1790700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just that something did.</a:t>
            </a:r>
            <a:endParaRPr lang="en-US" sz="3600" dirty="0"/>
          </a:p>
        </p:txBody>
      </p:sp>
      <p:sp>
        <p:nvSpPr>
          <p:cNvPr id="7" name="Shape 4"/>
          <p:cNvSpPr/>
          <p:nvPr/>
        </p:nvSpPr>
        <p:spPr>
          <a:xfrm>
            <a:off x="80010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72402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2402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64795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4795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357187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57187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449580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580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1972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1972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343650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43650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7267575" y="2505075"/>
            <a:ext cx="838200" cy="571500"/>
          </a:xfrm>
          <a:prstGeom prst="roundRect">
            <a:avLst>
              <a:gd name="adj" fmla="val 6667"/>
            </a:avLst>
          </a:prstGeom>
          <a:solidFill>
            <a:srgbClr val="E9F5EC"/>
          </a:solidFill>
          <a:ln w="12700">
            <a:solidFill>
              <a:srgbClr val="C2E3C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7575" y="2667000"/>
            <a:ext cx="8382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7F3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" y="3781425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byte altered in thirty million. Part 6 of 8 differs, so the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" y="4057650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 lies between byte 20,971,520 and byte 25,165,823.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0" y="207645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</a:t>
            </a:r>
            <a:endParaRPr lang="en-US" sz="7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deliverable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414463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One page. No jargon. No hashes.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1288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it unchanged?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181350" y="21288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4336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we know?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181350" y="24336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fingerprint was taken at collection, and checked again.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27384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has handled it?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181350" y="27384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Four people, named, with dates.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043238"/>
            <a:ext cx="22860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Could the list be edited?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181350" y="3043238"/>
            <a:ext cx="516255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No, and here is why.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" y="3614738"/>
            <a:ext cx="75438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process that is technically perfect but cannot be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" y="3862387"/>
            <a:ext cx="7543800" cy="33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explained in a hearing has not solved the problem.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" y="4148137"/>
            <a:ext cx="7543800" cy="231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brief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we did not solve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51923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Honest limits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23361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corrupt collector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3657600" y="225266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protected from collection onward, not before it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255746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device clock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657600" y="257651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clocks shown, the phone's not vouched for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0100" y="288131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Scale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290036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tested at 30MB, extrapolated, not a real extraction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0100" y="320516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 officer signing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0" y="322421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tied to a login, not to a person's key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800100" y="352901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Storage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0" y="354806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 is proven, deletion is not prevented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" y="3852863"/>
            <a:ext cx="27051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Bulk compromise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3871913"/>
            <a:ext cx="46863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single edits are caught, a full rewrite is not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00100" y="571500"/>
            <a:ext cx="75438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spc="110" kern="0" dirty="0">
                <a:solidFill>
                  <a:srgbClr val="6E6E6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asked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7962900" y="46482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9A9A9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1843088"/>
            <a:ext cx="7543800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not a blockchain?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00100" y="255746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blockchain solves distrust between parties with no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00100" y="283368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shared authority. A court has one.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00100" y="3300413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hash chain and append only storage give the same tamper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00100" y="3576638"/>
            <a:ext cx="7543800" cy="37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140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evidence, and can be explained to a panel in one sentence.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Custody: proving digital evidence has not been changed</dc:title>
  <dc:subject>PptxGenJS Presentation</dc:subject>
  <dc:creator>Team Captain</dc:creator>
  <cp:lastModifiedBy>Team Captain</cp:lastModifiedBy>
  <cp:revision>1</cp:revision>
  <dcterms:created xsi:type="dcterms:W3CDTF">2026-09-20T20:05:25Z</dcterms:created>
  <dcterms:modified xsi:type="dcterms:W3CDTF">2026-09-20T20:05:25Z</dcterms:modified>
</cp:coreProperties>
</file>